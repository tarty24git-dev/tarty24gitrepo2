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CTH Enterprise Reporting System</a:t>
            </a:r>
          </a:p>
          <a:p>
            <a:pPr>
              <a:defRPr sz="2000">
                <a:solidFill>
                  <a:srgbClr val="0D6EFD"/>
                </a:solidFill>
              </a:defRPr>
            </a:pPr>
            <a:r>
              <a:t>Architecture, Feature Walkthrough &amp; System Specification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Key System Capabilities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Multi-Database Support: Oracle, PostgreSQL, MS SQL Server, and H2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Dynamic UI Builder: Select available tables &amp; fields for online reports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Hybrid Security: BCrypt local DB or Active Directory LDAP authentication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User Maintenance: Account Lock/Unlock, Password Reset, Expiration &amp; 2FA Switch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Realtime Dashboard: Live STOMP WebSockets for system CPU, Memory &amp; Workflow metrics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Cross-Platform Deployment: Standardized start/stop scripts for Windows &amp; Linux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Technology Stack &amp; Architecture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Backend Core: Java 21, Spring Boot 3.2.5, Spring Security, Spring Data JPA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API Integration: Springdoc OpenAPI 3 / Swagger UI (/swagger-ui.html)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Frontend Interface: Thymeleaf, HTML5, Bootstrap 5, SockJS &amp; Stomp.js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Build System: Apache Maven (packaged executable JAR)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Containerization: Dockerfile, Docker Compose, Kubernetes Deployment Manifests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